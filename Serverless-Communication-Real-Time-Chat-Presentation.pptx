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CLOUD COMPUTING CAPSTONE PROJECT</a:t>
            </a:r>
          </a:p>
          <a:p>
            <a:pPr>
              <a:spcBef>
                <a:spcPts val="1200"/>
              </a:spcBef>
              <a:defRPr sz="3600" b="1">
                <a:solidFill>
                  <a:srgbClr val="FFFFFF"/>
                </a:solidFill>
              </a:defRPr>
            </a:pPr>
            <a:r>
              <a:t>Serverless Communication</a:t>
            </a:r>
            <a:br/>
            <a:r>
              <a:t>Through Real-Time Chat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Product Name: YAPPER  |  100% Serverless Event-Driven Architecture on AWS</a:t>
            </a:r>
          </a:p>
          <a:p>
            <a:pPr>
              <a:spcBef>
                <a:spcPts val="2800"/>
              </a:spcBef>
              <a:defRPr sz="1300">
                <a:solidFill>
                  <a:srgbClr val="10B981"/>
                </a:solidFill>
              </a:defRPr>
            </a:pPr>
            <a:r>
              <a:t>Presenter: Divya Darsini   •   Live App: https://frontend-pied-eta-67.vercel.app</a:t>
            </a:r>
            <a:br/>
            <a:r>
              <a:t>GitHub: github.com/Divyadarsiniu/Serverless-Communication-Real-Time-Chat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PROBLEM STATEMENT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The Flaws of Traditional Stateful Chat Backends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Traditional Monolith (EC2 + Socket.io)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TRADITIONAL APPROACH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Always-On Resource Waste: EC2 VM runs 24/7 even with 0 active users ($15–$70+/month idle bill).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Complex Horizontal Scaling: Synchronizing WebSockets across multiple VMs requires Redis Pub/Sub adapter clusters.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Single Point of Failure (SPOF): If the Node.js process crashes, all active client sockets terminate simultaneously.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Client-Side Polling Antipattern: Naive apps flood the backend with setInterval HTTP queries, wasting 95%+ of network bandwidth.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The Serverless Paradigm (Yapper)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OUR SERVERLESS SOLUTION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$0.00 Idle Bill: Pay strictly per message and per active connection minute. Scales to absolute zero.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Managed WebSocket Broker: API Gateway manages TCP handshakes and keeps sockets open at edge locations.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Independent Microservices: Ephemeral AWS Lambda functions execute business logic in sub-15ms windows.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True Reactive Push: Server pushes messages directly to open client sockets with zero HTTP polling.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PROJECT SCOPE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Core Objectives &amp; Academic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1. Event-Driven Real-Time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REAL-TIME CORE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Full-duplex WebSocket communication via API Gateway WSS.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Zero client-side polling loops (0 setInterval calls).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Sub-50ms message delivery between clients.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Heartbeat ping every 4 mins to prevent 10-min idle timeout.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2. Authentic Read Lifecycle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CLOUD READ RECEIPTS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True 3-stage state machine: SENT -&gt; DELIVERED -&gt; SEEN.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Viewport detection via HTML5 IntersectionObserver.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Security verification in ws_mark_seen prevents spoofing.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Real-time visual status badges (✓, ✓✓, ✓✓ Seen).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3. Multi-Cloud &amp; Security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SECURITY &amp; DEPLOYMENT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Amazon Cognito SRP authentication with RS256 JWT tokens.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Zero-secret frontend architecture (0 AWS credentials in client).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Multi-device socket fanout via DynamoDB GSI (UserIdIndex).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Dual deployment: AWS SAM IaC + Vercel Edge Production.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SYSTEM ARCHITECTURE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4-Tier End-to-End Serverless Cloud Topology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0116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1. Client Tier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CLIENT TIER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React 18 SPA (Vite)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Custom Yapper Design System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Midnight &amp; Daylight theme engine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WSS WebSocket connection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Client-side token cache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1828800"/>
            <a:ext cx="20116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2. Gateway Tier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GATEWAY &amp; AUTH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Amazon Cognito User Pool (SRP Auth)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API Gateway WebSocket API ($connect, $disconnect, sendMessage, markSeen)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API Gateway REST API (/users, /messages, /profile)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TLS 1.3 / Port 443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20116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3. Compute Tier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EVENT COMPUTE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8 AWS Lambda Microservices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Python 3.11 Runtime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Isolated IAM Least Privilege roles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ApiGatewayManagementApi push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Sub-15ms execution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1828800"/>
            <a:ext cx="20116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4. Storage Tier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STORAGE TIER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DynamoDB chat_messages (Authoritative store)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DynamoDB chat_connections (TTL + GSI UserIdIndex)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DynamoDB chat_users (Directory &amp; presence)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Amazon S3 (Pre-signed avatar uploads)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CLOUD SELECTION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AWS Managed Services Selection &amp; Justifications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Amazon API Gateway (WebSocket API)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TRANSPORT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Eliminates EC2 Socket.io servers. Manages up to 300,000 concurrent sockets.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Routes frames to Lambda via action expressions. Manages TLS termination.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Amazon DynamoDB (On-Demand NoSQL)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DATABASE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Single-digit millisecond latency. Single-table compound partition key design.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Avoids Amazon RDS connection exhaustion when hundreds of Lambdas spin 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Amazon Cognito User Pool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IDENTITY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Manages user registration, login, and RSA-256 JWT tokens.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Protects user passwords via Secure Remote Password (SRP) protocol.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023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420624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Amazon S3 (Pre-Signed URLs)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STORAGE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11 9's durability. Generates single-use 5-minute pre-signed PUT URLs.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Direct browser-to-S3 uploads reduce Lambda memory and CPU overhead to zero.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DATA FLOW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Production Real-Time Message Path (Alice → Bob)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Dispatch &amp; Ingestion Flow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PHASE 1: INGESTION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1. Alice Transmits: Browser sends WSS frame: {'action':'sendMessage', 'recipientId':'Bob', 'message':'Hello'}.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2. Route Selection: API Gateway routes frame via $request.body.action to WsSendMessageFunction.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3. Payload Validation: Lambda verifies sender authentication and validates message size bounds (max 4,000 chars).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4. DynamoDB Persist: Lambda writes item to chat_messages with deliveryStatus='SENT' and timestamp.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Fanout &amp; Delivery Flow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PHASE 2: PUSH DELIVERY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5. GSI Connection Query: Lambda queries chat_connections via UserIdIndex to retrieve all active Bob sockets.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6. Gateway Management API: Lambda invokes post_to_connection(ConnectionId=Bob) for each active socket.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7. Instant Push: AWS pushes frame down Bob's open WebSocket; Bob's UI updates in sub-50ms with no page refresh.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8. Delivery Acknowledgment: Lambda updates DynamoDB to DELIVERED and sends ack frame back to Alice.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CONNECTION TOPOLOGY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Multi-Device Synchronization &amp; Stale Socket Eviction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Multi-Device Fan-Out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FAN-OUT SUPPORT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Problem: Bob opens the app on laptop and mobile simultaneously.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Mechanism: chat_connections uses Global Secondary Index (UserIdIndex).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Execution: ws_send_message queries UserIdIndex on userId=Bob, returning all active sockets.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Result: All of Bob's open tabs receive the message simultaneously.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Stale Socket Eviction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410 GONE HANDLING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Problem: User abruptly drops WiFi or closes browser without clean TCP close.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Detection: post_to_connection raises HTTP 410 GoneException.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Handling: Lambda catches exception, immediately deletes dead connection ID from DynamoDB.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Result: Prevents connection table bloat and zero ghost deliveries.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True Online Presence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PRESENCE TRACKING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On $connect: Lambda records socket and sets isOnline=True.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On $disconnect: Lambda deletes connectionId, queries remaining connections for that userId.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Zero-Connection Rule: isOnline is set to False ONLY IF remaining connections == 0.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Result: User stays online if another tab/device is still open.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READ RECEIPTS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Verified Read/Seen Lifecycle (SENT → DELIVERED → SEEN)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1. SENT (✓)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STAGE 1: PERSISTED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Triggered upon initial write to DynamoDB chat_messages.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If recipient is offline (0 active sockets in chat_connections), message stays at SENT.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Stored safely in DynamoDB for asynchronous history retrieval.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2. DELIVERED (✓✓)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STAGE 2: DELIVERED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Triggered when post_to_connection successfully pushes frame to recipient socket.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Lambda transitions deliveryStatus to DELIVERED in DynamoDB.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Sender receives message_sent_ack with deliveredAt timestamp.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3. SEEN (✓✓ Seen)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STAGE 3: VIEWPORT SEEN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Triggered by HTML5 IntersectionObserver when message card enters recipient viewport.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Client dispatches action: markSeen with message IDs.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ws_mark_seen validates caller is authentic receiver (receiverId == callerId).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Sender receives real-time status update with glowing accent.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DATABASE SCHEMA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Amazon DynamoDB Single-Table Schema &amp; Access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chat_messages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MESSAGE STORE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Partition Key (PK): conversationId (Deterministic: min(userA, userB)#max(userA, userB)).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Sort Key (SK): timestamp_messageId (Compound: {ISO_8601}#{UUID}).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Access Pattern: Chronological conversation query in O(1) partition time with zero table scans.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chat_connections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SOCKET MAPPING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Partition Key (PK): connectionId (Unique API Gateway socket string).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Global Secondary Index (GSI): UserIdIndex on userId (PK).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Time-to-Live (TTL): Attribute ttl automatically purges stale records after 2 hours.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chat_users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USER DIRECTORY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Partition Key (PK): userId (Cognito sub identifier).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Attributes: username, email, isOnline, lastSeen, avatarUrl.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Access Pattern: Fast point lookup during user profile retrieval.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CLOUD SECURITY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Multi-Layer Cloud Security &amp; Zero-Secret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Authentication &amp; Identity (Cognito SRP)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IDENTITY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Amazon Cognito User Pool enforces Secure Remote Password (SRP) protocol.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Passwords never travel across the network. Cryptographically signed RS256 JWT tokens.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Zero-Secret Frontend Principle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CLIENT PROTECTION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No AWS IAM Access Keys (AKIA...) or DynamoDB write credentials exist in the client.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Browser communicates exclusively via temporary bearer tokens and authenticated sockets.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Principle of Least Privilege (PoLP)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IAM GOVERNANCE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Each Lambda function operates under an isolated IAM role scoped to minimal resources.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ws_send_message can only query chat_connections and write to chat_messages.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023360"/>
            <a:ext cx="51206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4206240"/>
            <a:ext cx="46634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S3 Pre-Signed Uploads &amp; TLS 1.3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DATA IN TRANSIT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Avatar images are uploaded with 5-minute single-use pre-signed PUT URLs.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End-to-end encryption in transit (HTTPS / WSS) across all ports.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UI/UX DESIGN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Product Identity: The Live Communication Canvas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Vector Identity &amp; Themes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VISUAL IDENTITY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Dynamic Vector SVG Logo (Logo.jsx): Interlocking communication conduits + pulse dot.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Universal Day / Night Toggle: Luminous Sun/Moon switcher persisted in localStorage.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Midnight &amp; Daylight tokens: High contrast, responsive typography, and custom scrollbars.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Interactive Landing Canvas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LANDING EXPERIENCE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Interactive Hero Network (LandingNetwork.jsx): SVG node visualization with Alice, Bob, Charlie, and Gateway.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Flowing Animated Particles: Real-time pulse loops with hover tooltips showing connection metrics.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5-Stage Architecture Pipeline: Interactive educational stages explaining serverless 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The Live Connection Arena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LIVE WORKSPACE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Live Connection Arena: Central conduit (You ── ⚡ ── Recipient) with animated signal line bar.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Asymmetric Floating Cards: Subtle glass cards with mono timestamps (not generic bubbles).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Dock Input: Sleek command dock with instant transmit button and character counter.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CLOUD DEPLOYMENT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Dual Deployment Pipeline &amp; Live Production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Free Cloud Deployment (Vercel &amp; Render)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LIVE PRODUCTION DEPLOYMENT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Live Production URL: https://frontend-pied-eta-67.vercel.app (HTTP 200 OK verified).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GitHub Repository: Divyadarsiniu/Serverless-Communication-Real-Time-Chat (68 files pushed).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Vercel Edge Network: Automated Git CI/CD, global CDN distribution, and SSL/HTTPS.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Render Backend Blueprint: Pre-configured render.yaml + FastAPI backend (server.py) for 1-click free WebSocket hosting.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AWS Serverless IaC &amp; Test Results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IAC &amp; VERIFICATION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AWS SAM Template: template.yaml declares all 8 services with single-command deployment (deploy.ps1).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Automated Python Tests: test_local.py passed 100% (symmetry, serializers, JWT, state machine).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Production Build Audit: Vite compiled in 13.46s with 0 errors.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Zero-Polling Audit: Verified 100% reactive push with 0 setInterval message queries.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LIVE DEMONSTRATION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Walkthrough Script for Evaluation Committee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Step-by-Step Demo Procedure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DEMO PART 1: SETUP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1. Open Production Link: Launch https://frontend-pied-eta-67.vercel.app on projector/screen.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2. Demonstrate Day/Night Theme: Click Sun/Moon button to show smooth Daylight/Midnight transition.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3. Explore Interactive Canvas: Hover over communication nodes to inspect real-time signal metrics.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4. Dual Browser Windows: Open Window 1 (Alice) and Window 2 Incognito (Bob).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Real-Time Interaction &amp; Telemetry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DEMO PART 2: REAL-TIME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5. Live Connection Arena: Show active conduit (Alice ── ⚡ ── Bob) in header.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6. Transmit Message: Send 'Hello Bob' -&gt; Arrives on Bob's screen in sub-50ms with zero refresh.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7. Read Receipt Glow: Message transitions from SENT -&gt; DELIVERED -&gt; glowing SEEN when viewed.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8. Cloud Telemetry Panel: Expand bottom-right panel to display active WSS socket, uptime, and frame log.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COST &amp; PERFORMANCE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Serverless vs. Traditional Architecture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Cost Efficiency Comparison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COST DIMENSION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Idle Cost: Serverless = $0.00/month vs Traditional EC2 = $15.00–$70.00/month.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Cost at 1,000,000 Messages: Serverless = ~$1.25 total ($1.00 API Gateway + $0.25 DynamoDB).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Traditional EC2 at Scale: Requires Load Balancer ($16/mo) + Redis ($15/mo) + Multi-AZ VMs ($40/mo) = $70+/mo.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Cost Reduction: Over 90% reduction for typical intermittent communication workloads.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Scalability &amp; Operational Overhead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SCALABILITY DIMENSION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Connection Scaling: API Gateway natively scales to 300,000 concurrent sockets without provisioning VMs.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Compute Scaling: AWS Lambda automatically scales up to 1,000 concurrent executions per second.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Maintenance: 0 OS patches, 0 Linux updates, 0 connection pool tuning.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High Availability: Native multi-Availability Zone fault tolerance across 3 data centers.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CONCLUSION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Project Summary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Key Accomplishments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ACCOMPLISHMENTS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Proved that full-duplex real-time communication can operate with zero dedicated servers.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Completely eliminated HTTP polling while achieving sub-50ms latency.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Engineered genuine SENT -&gt; DELIVERED -&gt; SEEN lifecycle with viewport observation.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Solved multi-device synchronization and stale connection cleanup via DynamoDB GSI.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Deployed live on Vercel Edge with complete open-source GitHub repository.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Future Scope &amp; Roadmap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1">
                <a:solidFill>
                  <a:srgbClr val="6366F1"/>
                </a:solidFill>
              </a:defRPr>
            </a:pPr>
            <a:r>
              <a:t>FUTURE ROADMAP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1. WebRTC Signaling: Use existing WebSocket channel to negotiate WebRTC SDP/ICE for peer-to-peer voice and video calls.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2. End-to-End Encryption (E2EE): Integrate the Signal Protocol (Double Ratchet) for client-side encrypted payloads.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 3. DynamoDB Global Tables: Enable multi-region active-active replication across US, Europe, and Asia for single-digit ms global latency.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VIVA DEFENSE CHEAT SHEET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Top 5 Winning Answers for Examiners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Q1: How does API Gateway push down a socket if Lambda is stateless?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Ans: API Gateway maintains the persistent socket at edge locations. Lambda uses ApiGatewayManagementApi.post_to_connection(ConnectionId, Data) to inject payloads.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96312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Q2: Why is Lambda NOT placed in an AWS VPC?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Ans: DynamoDB, Cognito, and API Gateway are AWS Regional Public services. A VPC requires an expensive AWS NAT Gateway ($32/mo) and causes cold-start latency. SigV4 and TLS protect traffic.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56432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Q3: How do you prevent API Gateway's 10-minute idle socket timeout?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Ans: The frontend runs a 4-minute heartbeat keep-alive ping ({'action':'ping'}) that resets API Gateway's idle timer indefinitely.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16552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Q4: How does multi-device socket fan-out work?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Ans: DynamoDB chat_connections has a Global Secondary Index (UserIdIndex). Querying by userId returns all active sockets for that user across all devices.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76672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Q5: How is read receipt spoofing prevented?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Ans: ws_mark_seen validates that caller identity matches the message's receiverId before mutating DynamoDB to SEEN.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